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60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3657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3657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0" y="3657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38160" y="3657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0" y="114300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114300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89520" y="114300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40880" y="192024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269748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269748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9520" y="269748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269748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0" y="347472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347472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40880" y="347472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89520" y="347472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38160" y="347472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42519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92240" y="42519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40880" y="42519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89520" y="42519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38160" y="4251960"/>
            <a:ext cx="54864" cy="54864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69280" y="27432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731520"/>
            <a:ext cx="2286000" cy="22860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14400"/>
            <a:ext cx="1554480" cy="1554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20040" y="1005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DIGITAL</a:t>
            </a:r>
            <a:endParaRPr lang="en-US" sz="4800" dirty="0"/>
          </a:p>
        </p:txBody>
      </p:sp>
      <p:sp>
        <p:nvSpPr>
          <p:cNvPr id="37" name="Text 34"/>
          <p:cNvSpPr/>
          <p:nvPr/>
        </p:nvSpPr>
        <p:spPr>
          <a:xfrm>
            <a:off x="320040" y="1783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TWIN HAT</a:t>
            </a:r>
            <a:endParaRPr lang="en-US" sz="4800" dirty="0"/>
          </a:p>
        </p:txBody>
      </p:sp>
      <p:sp>
        <p:nvSpPr>
          <p:cNvPr id="38" name="Text 35"/>
          <p:cNvSpPr/>
          <p:nvPr/>
        </p:nvSpPr>
        <p:spPr>
          <a:xfrm>
            <a:off x="320040" y="2606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Haptic Navigation System for the Visually Impaired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320040" y="3337560"/>
            <a:ext cx="3474720" cy="50292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· Context-Aware · Intelligent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Research Project  |  Raspberry Pi 5 + ESP32-C6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3291840"/>
          </a:xfrm>
          <a:prstGeom prst="rect">
            <a:avLst/>
          </a:prstGeom>
          <a:solidFill>
            <a:srgbClr val="E8F4FB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walking sticks have real limitations: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detection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head-level obstacles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constant hand use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context-awareness of movement speed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non-adaptive sensing radius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234440"/>
            <a:ext cx="3840480" cy="3291840"/>
          </a:xfrm>
          <a:prstGeom prst="rect">
            <a:avLst/>
          </a:prstGeom>
          <a:solidFill>
            <a:srgbClr val="E8F4FB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Hat moves sensing to the head: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ultrasonic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obstacle awareness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speed-aware safety zones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fusion (RPi 5 + ESP32)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 to AI &amp; haptic feedback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651760"/>
            <a:ext cx="5486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79392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73152" cy="1600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91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53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Raspberry Pi 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673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Brain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processing, sensor fusion, and future AI inference at the edge.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02336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188720"/>
            <a:ext cx="73152" cy="1600200"/>
          </a:xfrm>
          <a:prstGeom prst="rect">
            <a:avLst/>
          </a:prstGeom>
          <a:solidFill>
            <a:srgbClr val="00FFC6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6916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353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ESP32-C6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77840" y="1673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F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&amp; Low-Latency I/O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57784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real-time sensor polling and wireless communication via Wi-Fi 6.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017520"/>
            <a:ext cx="402336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20040" y="3017520"/>
            <a:ext cx="73152" cy="1600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5204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82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HC-SR04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8872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88720" y="3794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front-facing obstacle distances with precision pings instead of taps.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017520"/>
            <a:ext cx="402336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3017520"/>
            <a:ext cx="73152" cy="160020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52044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182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MPU6050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7784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IMU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77840" y="3794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gait, walking speed, and head orientation for dynamic safety zones.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A3A4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Feedback: Buzzer — proximity-triggered auditory alerts with dynamic intensity based on speed and distance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LOGIC &amp;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3566160"/>
          </a:xfrm>
          <a:prstGeom prst="rect">
            <a:avLst/>
          </a:prstGeom>
          <a:solidFill>
            <a:srgbClr val="0B1929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Proximity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triggers when obstacle is within 50cm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loud BEEP signals immediate stop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 Point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Head-mounted for obstacle detection vs. floor-only sticks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3566160"/>
          </a:xfrm>
          <a:prstGeom prst="rect">
            <a:avLst/>
          </a:prstGeom>
          <a:solidFill>
            <a:srgbClr val="0B1929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solidFill>
            <a:srgbClr val="00FFC6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Velocity-Aware Sensing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F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Integration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real-time walking speed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F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Warning Zone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walking = larger sensing buffer for reaction time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F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Than a Stick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user behavior — static sticks cannot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560320" cy="3566160"/>
          </a:xfrm>
          <a:prstGeom prst="rect">
            <a:avLst/>
          </a:prstGeom>
          <a:solidFill>
            <a:srgbClr val="0B1929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5603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 Concept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7373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Mapping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space converted to digital data streams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vs. Tapping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ultrasonic pings replace physical stick taps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Vantage Point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detection catches obstacles sticks always miss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7863840" cy="54864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773936"/>
            <a:ext cx="329184" cy="32918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96768" y="1773936"/>
            <a:ext cx="329184" cy="329184"/>
          </a:xfrm>
          <a:prstGeom prst="ellipse">
            <a:avLst/>
          </a:prstGeom>
          <a:solidFill>
            <a:srgbClr val="00FFC6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0416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041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8048" y="1773936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2544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54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39328" y="1773936"/>
            <a:ext cx="329184" cy="329184"/>
          </a:xfrm>
          <a:prstGeom prst="ellipse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3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651760" cy="2240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651760" cy="54864"/>
          </a:xfrm>
          <a:prstGeom prst="rect">
            <a:avLst/>
          </a:prstGeom>
          <a:solidFill>
            <a:srgbClr val="00FFC6"/>
          </a:solidFill>
          <a:ln w="12700">
            <a:solidFill>
              <a:srgbClr val="00F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4912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Haptic Feedback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buzzer alerts with vibration motors for a fully silent, tactile navigation experience. Reduces noise pollution and works in loud environments.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6120" y="2606040"/>
            <a:ext cx="2651760" cy="22402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46120" y="2606040"/>
            <a:ext cx="2651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724912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3756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— AI Integration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33756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Raspberry Pi 5 for on-device object recognition. Distinguish between a wall, a person, or a vehicle — providing semantic context to the user.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126480" y="2606040"/>
            <a:ext cx="2651760" cy="2240280"/>
          </a:xfrm>
          <a:prstGeom prst="rect">
            <a:avLst/>
          </a:prstGeom>
          <a:solidFill>
            <a:srgbClr val="112240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126480" y="2606040"/>
            <a:ext cx="2651760" cy="54864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724912"/>
            <a:ext cx="502920" cy="5029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1792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83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 — Cloud Connectivity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21792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ESP32-C6 Wi-Fi 6 capabilities for emergency location tracking, caregiver alerts, and telemetry data collection for research improvements.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proof-of-concept to a fully autonomous, AI-powered wearable navigator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414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Twin Hat</dc:title>
  <dc:subject>PptxGenJS Presentation</dc:subject>
  <dc:creator>PptxGenJS</dc:creator>
  <cp:lastModifiedBy>Danie Cocu</cp:lastModifiedBy>
  <cp:revision>3</cp:revision>
  <dcterms:created xsi:type="dcterms:W3CDTF">2026-04-24T16:24:30Z</dcterms:created>
  <dcterms:modified xsi:type="dcterms:W3CDTF">2026-04-24T17:31:20Z</dcterms:modified>
</cp:coreProperties>
</file>